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FFFFFF"/>
                </a:solidFill>
              </a:rPr>
              <a:t>丁峰</a:t>
            </a:r>
            <a:r>
              <a:rPr lang="en-US" sz="4400" b="1" dirty="0">
                <a:solidFill>
                  <a:srgbClr val="FFFFFF"/>
                </a:solidFill>
              </a:rPr>
              <a:t>家政管理系统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</a:rPr>
              <a:t>项目演示汇报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2"/>
                </a:solidFill>
              </a:rPr>
              <a:t>智慧家政服务数字化解决方案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2026年3月16日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项目概述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项目背景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随着家政服务行业的快速发展，传统的人工管理模式已无法满足日益增长的业务需求。童虎家政系统旨在通过数字化手段，实现家政服务全流程管理，提升运营效率，改善客户体验。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系统定位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192024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本系统定位为中小型家政服务企业的综合管理平台，涵盖客户管理、服务工单、人员管理、财务管理等核心业务模块，同时提供微信小程序客户端。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828800" cy="10972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12周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开发周期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3657600"/>
            <a:ext cx="1828800" cy="109728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1" name="Text 9"/>
          <p:cNvSpPr/>
          <p:nvPr/>
        </p:nvSpPr>
        <p:spPr>
          <a:xfrm>
            <a:off x="2560320" y="37490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68万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42976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项目预算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657600"/>
            <a:ext cx="1828800" cy="10972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4663440" y="37490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11个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42976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核心模块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657600"/>
            <a:ext cx="1828800" cy="109728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17" name="Text 15"/>
          <p:cNvSpPr/>
          <p:nvPr/>
        </p:nvSpPr>
        <p:spPr>
          <a:xfrm>
            <a:off x="6766560" y="37490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42976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FFFFFF"/>
                </a:solidFill>
              </a:rPr>
              <a:t>运营</a:t>
            </a:r>
            <a:r>
              <a:rPr lang="en-US" sz="1200" dirty="0">
                <a:solidFill>
                  <a:srgbClr val="FFFFFF"/>
                </a:solidFill>
              </a:rPr>
              <a:t>成本节省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核心功能模块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会员管理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客户档案、等级体系、积分管理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服务工单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全流程管理、智能派单、状态跟踪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人员管理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阿姨档案、排班考勤、绩效考核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财务管理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收款退款、对账报表、薪资结算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🎫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套餐卡管理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次卡时长卡、销售核销、余额查询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4747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营销工具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优惠券、活动管理、营销统计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4" name="Shape 2"/>
          <p:cNvSpPr/>
          <p:nvPr/>
        </p:nvSpPr>
        <p:spPr>
          <a:xfrm>
            <a:off x="914400" y="1645920"/>
            <a:ext cx="1828800" cy="731520"/>
          </a:xfrm>
          <a:prstGeom prst="rect">
            <a:avLst/>
          </a:prstGeom>
          <a:solidFill>
            <a:schemeClr val="accent5"/>
          </a:solidFill>
        </p:spPr>
      </p:sp>
      <p:sp>
        <p:nvSpPr>
          <p:cNvPr id="5" name="Text 3"/>
          <p:cNvSpPr/>
          <p:nvPr/>
        </p:nvSpPr>
        <p:spPr>
          <a:xfrm>
            <a:off x="914400" y="17830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前端层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Vue3 + Element Plus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645920"/>
            <a:ext cx="1828800" cy="7315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8" name="Text 6"/>
          <p:cNvSpPr/>
          <p:nvPr/>
        </p:nvSpPr>
        <p:spPr>
          <a:xfrm>
            <a:off x="3200400" y="17830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小程序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468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微信小程序原生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645920"/>
            <a:ext cx="2286000" cy="7315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5486400" y="17830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网关层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4688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Nginx 反向代理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834640"/>
            <a:ext cx="2743200" cy="731520"/>
          </a:xfrm>
          <a:prstGeom prst="rect">
            <a:avLst/>
          </a:prstGeom>
          <a:solidFill>
            <a:srgbClr val="92D050"/>
          </a:solidFill>
        </p:spPr>
      </p:sp>
      <p:sp>
        <p:nvSpPr>
          <p:cNvPr id="14" name="Text 12"/>
          <p:cNvSpPr/>
          <p:nvPr/>
        </p:nvSpPr>
        <p:spPr>
          <a:xfrm>
            <a:off x="1828800" y="30022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后端层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657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Spring Boot 2.7 + MyBatis Plus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834640"/>
            <a:ext cx="1828800" cy="7315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5029200" y="29718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MySQL 8.0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2834640"/>
            <a:ext cx="1371600" cy="7315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9" name="Text 17"/>
          <p:cNvSpPr/>
          <p:nvPr/>
        </p:nvSpPr>
        <p:spPr>
          <a:xfrm>
            <a:off x="7132320" y="297180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Redis 6.0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932555"/>
            <a:ext cx="274955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技术选型说明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389755"/>
            <a:ext cx="435546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采用单体应用架构，技术栈成熟稳定，降低开发和运维成本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795"/>
            <a:ext cx="35109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• Docker Compose容器化部署，简化运维管理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7815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系统演示 - 首页仪表盘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44880"/>
            <a:ext cx="8229600" cy="411480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4" name="Shape 2"/>
          <p:cNvSpPr/>
          <p:nvPr/>
        </p:nvSpPr>
        <p:spPr>
          <a:xfrm>
            <a:off x="731520" y="1219200"/>
            <a:ext cx="1828800" cy="10972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31520" y="1310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今日订单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849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28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4216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+12.5%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219200"/>
            <a:ext cx="1828800" cy="10972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2743200" y="1310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今日营收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5849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</a:rPr>
              <a:t>¥8,560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04216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+8.3%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19200"/>
            <a:ext cx="1828800" cy="10972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4754880" y="1310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新增会员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5849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</a:rPr>
              <a:t>15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204216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+25%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219200"/>
            <a:ext cx="1828800" cy="10972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6766560" y="1310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服务人员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5849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</a:rPr>
              <a:t>42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204216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在岗38人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499360"/>
            <a:ext cx="502920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914400" y="263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待处理工单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9565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#20260316001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29565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张女士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29565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日常保洁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9565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待分配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276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#20260316002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3276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李先生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3276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深度保洁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3276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服务中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3596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#20260316003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35966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王阿姨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3596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月嫂服务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35966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待分配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2499360"/>
            <a:ext cx="246888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6126480" y="2636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快捷操作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956560"/>
            <a:ext cx="2103120" cy="36576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37" name="Text 35"/>
          <p:cNvSpPr/>
          <p:nvPr/>
        </p:nvSpPr>
        <p:spPr>
          <a:xfrm>
            <a:off x="6217920" y="30022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新建订单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413760"/>
            <a:ext cx="2103120" cy="36576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39" name="Text 37"/>
          <p:cNvSpPr/>
          <p:nvPr/>
        </p:nvSpPr>
        <p:spPr>
          <a:xfrm>
            <a:off x="6217920" y="34594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新增会员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870960"/>
            <a:ext cx="2103120" cy="36576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41" name="Text 39"/>
          <p:cNvSpPr/>
          <p:nvPr/>
        </p:nvSpPr>
        <p:spPr>
          <a:xfrm>
            <a:off x="6217920" y="39166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收款登记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4328160"/>
            <a:ext cx="2103120" cy="36576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43" name="Text 41"/>
          <p:cNvSpPr/>
          <p:nvPr/>
        </p:nvSpPr>
        <p:spPr>
          <a:xfrm>
            <a:off x="6217920" y="4373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排班管理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95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核心功能展示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69620"/>
            <a:ext cx="3840480" cy="20116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640080" y="9067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会员管理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18260"/>
            <a:ext cx="3474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会员档案管理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等级体系（普通/银卡/金卡/钻石）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积分体系与兑换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多维度会员分析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769620"/>
            <a:ext cx="3840480" cy="201168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7" name="Text 5"/>
          <p:cNvSpPr/>
          <p:nvPr/>
        </p:nvSpPr>
        <p:spPr>
          <a:xfrm>
            <a:off x="4754880" y="9067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服务工单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318260"/>
            <a:ext cx="3474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工单全流程管理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智能派单与改派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实时状态跟踪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客户评价系统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55620"/>
            <a:ext cx="3840480" cy="20116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640080" y="31927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人员管理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04260"/>
            <a:ext cx="3474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服务人员档案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排班与考勤管理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绩效评估体系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薪资自动核算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055620"/>
            <a:ext cx="3840480" cy="201168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13" name="Text 11"/>
          <p:cNvSpPr/>
          <p:nvPr/>
        </p:nvSpPr>
        <p:spPr>
          <a:xfrm>
            <a:off x="4754880" y="31927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财务管理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604260"/>
            <a:ext cx="3474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多渠道收款管理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退款与对账功能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财务报表生成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服务人员结算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项目计划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74320" cy="2743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Text 2"/>
          <p:cNvSpPr/>
          <p:nvPr/>
        </p:nvSpPr>
        <p:spPr>
          <a:xfrm>
            <a:off x="1188720" y="1371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需求确认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第1周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确认版PRD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1371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已完成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0" cy="45720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274320" cy="2743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1188720" y="21031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系统设计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第2周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设计文档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1031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已完成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468880"/>
            <a:ext cx="0" cy="45720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926080"/>
            <a:ext cx="274320" cy="2743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1188720" y="2834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开发实现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834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第3-8周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可运行系统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8346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进行中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3200400"/>
            <a:ext cx="0" cy="45720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57600"/>
            <a:ext cx="274320" cy="274320"/>
          </a:xfrm>
          <a:prstGeom prst="rect">
            <a:avLst/>
          </a:prstGeom>
          <a:solidFill>
            <a:srgbClr val="666666"/>
          </a:solidFill>
        </p:spPr>
      </p:sp>
      <p:sp>
        <p:nvSpPr>
          <p:cNvPr id="22" name="Text 20"/>
          <p:cNvSpPr/>
          <p:nvPr/>
        </p:nvSpPr>
        <p:spPr>
          <a:xfrm>
            <a:off x="1188720" y="35661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测试验收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566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第9-10周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5661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测试报告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3566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</a:rPr>
              <a:t>待启动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3931920"/>
            <a:ext cx="0" cy="45720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389120"/>
            <a:ext cx="274320" cy="274320"/>
          </a:xfrm>
          <a:prstGeom prst="rect">
            <a:avLst/>
          </a:prstGeom>
          <a:solidFill>
            <a:srgbClr val="666666"/>
          </a:solidFill>
        </p:spPr>
      </p:sp>
      <p:sp>
        <p:nvSpPr>
          <p:cNvPr id="28" name="Text 26"/>
          <p:cNvSpPr/>
          <p:nvPr/>
        </p:nvSpPr>
        <p:spPr>
          <a:xfrm>
            <a:off x="1188720" y="42976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上线部署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42976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第11-12周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2976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生产系统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42976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</a:rPr>
              <a:t>待启动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Text 1"/>
          <p:cNvSpPr/>
          <p:nvPr/>
        </p:nvSpPr>
        <p:spPr>
          <a:xfrm>
            <a:off x="457200" y="531495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项目总结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605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通过数字化手段实现家政服务全流程管理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2124710"/>
            <a:ext cx="54864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1828800" y="221615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提升运营效率50%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764790"/>
            <a:ext cx="54864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1828800" y="285623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规范财务管理流程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404870"/>
            <a:ext cx="54864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1828800" y="349631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改善客户服务体验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4044950"/>
            <a:ext cx="548640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1828800" y="413639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降低人力成本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14545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感谢聆听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WPS 文字</Application>
  <PresentationFormat>On-screen Show (16:9)</PresentationFormat>
  <Paragraphs>248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汉仪书宋二KW</vt:lpstr>
      <vt:lpstr>等线</vt:lpstr>
      <vt:lpstr>汉仪中等线KW</vt:lpstr>
      <vt:lpstr>Calibri</vt:lpstr>
      <vt:lpstr>Helvetica Neue</vt:lpstr>
      <vt:lpstr>宋体</vt:lpstr>
      <vt:lpstr>微软雅黑</vt:lpstr>
      <vt:lpstr>汉仪旗黑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童虎家政管理系统 - 项目演示</dc:title>
  <dc:creator>产品经理</dc:creator>
  <dc:subject>家政服务管理系统项目汇报</dc:subject>
  <cp:lastModifiedBy>二八一十六</cp:lastModifiedBy>
  <cp:revision>3</cp:revision>
  <dcterms:created xsi:type="dcterms:W3CDTF">2026-03-16T02:07:02Z</dcterms:created>
  <dcterms:modified xsi:type="dcterms:W3CDTF">2026-03-16T02:07:02Z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AE1995984039AAD3C562B76912308567_42</vt:lpwstr>
  </property>
</Properties>
</file>